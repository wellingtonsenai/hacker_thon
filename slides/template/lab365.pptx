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/>
  <p:sldSz cy="5143500" cx="9144000"/>
  <p:notesSz cx="6858000" cy="9144000"/>
  <p:embeddedFontLst>
    <p:embeddedFont>
      <p:font typeface="Lexend ExtraBold"/>
      <p:bold r:id="rId108"/>
    </p:embeddedFont>
    <p:embeddedFont>
      <p:font typeface="Lexend Light"/>
      <p:regular r:id="rId109"/>
      <p:bold r:id="rId110"/>
    </p:embeddedFont>
    <p:embeddedFont>
      <p:font typeface="Lexend"/>
      <p:regular r:id="rId111"/>
      <p:bold r:id="rId1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40">
          <p15:clr>
            <a:srgbClr val="747775"/>
          </p15:clr>
        </p15:guide>
        <p15:guide id="2" pos="204">
          <p15:clr>
            <a:srgbClr val="747775"/>
          </p15:clr>
        </p15:guide>
        <p15:guide id="3" pos="555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40" orient="horz"/>
        <p:guide pos="204"/>
        <p:guide pos="5556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8" Type="http://schemas.openxmlformats.org/officeDocument/2006/relationships/font" Target="fonts/LexendExtraBold-bold.fntdata"/><Relationship Id="rId109" Type="http://schemas.openxmlformats.org/officeDocument/2006/relationships/font" Target="fonts/LexendLight-regular.fntdata"/><Relationship Id="rId110" Type="http://schemas.openxmlformats.org/officeDocument/2006/relationships/font" Target="fonts/LexendLight-bold.fntdata"/><Relationship Id="rId111" Type="http://schemas.openxmlformats.org/officeDocument/2006/relationships/font" Target="fonts/Lexend-regular.fntdata"/><Relationship Id="rId112" Type="http://schemas.openxmlformats.org/officeDocument/2006/relationships/font" Target="fonts/Lexen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5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5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 da Apresentação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3903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title"/>
          </p:nvPr>
        </p:nvSpPr>
        <p:spPr>
          <a:xfrm>
            <a:off x="1527900" y="1576850"/>
            <a:ext cx="60882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Lexend"/>
              <a:buNone/>
              <a:defRPr b="1" sz="35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rpo da Apresentação">
  <p:cSld name="CUSTOM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3903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/>
          <p:nvPr>
            <p:ph type="title"/>
          </p:nvPr>
        </p:nvSpPr>
        <p:spPr>
          <a:xfrm>
            <a:off x="324000" y="527500"/>
            <a:ext cx="84738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just">
              <a:spcBef>
                <a:spcPts val="0"/>
              </a:spcBef>
              <a:spcAft>
                <a:spcPts val="0"/>
              </a:spcAft>
              <a:buClr>
                <a:srgbClr val="225FA7"/>
              </a:buClr>
              <a:buSzPts val="2500"/>
              <a:buFont typeface="Lexend"/>
              <a:buNone/>
              <a:defRPr b="1" sz="2500">
                <a:solidFill>
                  <a:srgbClr val="225FA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24000" y="1344100"/>
            <a:ext cx="8473800" cy="3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25FA7"/>
              </a:buClr>
              <a:buSzPts val="1500"/>
              <a:buFont typeface="Lexend"/>
              <a:buNone/>
              <a:defRPr sz="1500">
                <a:solidFill>
                  <a:srgbClr val="225FA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m da Apresentação">
  <p:cSld name="CUSTOM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39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m Extra da Apresentação">
  <p:cSld name="CUSTOM_1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39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5"/>
          <p:cNvPicPr preferRelativeResize="0"/>
          <p:nvPr/>
        </p:nvPicPr>
        <p:blipFill rotWithShape="1">
          <a:blip r:embed="rId3">
            <a:alphaModFix/>
          </a:blip>
          <a:srcRect b="43071" l="20157" r="47629" t="42274"/>
          <a:stretch/>
        </p:blipFill>
        <p:spPr>
          <a:xfrm>
            <a:off x="3063175" y="2183425"/>
            <a:ext cx="3017650" cy="77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bra de Tema">
  <p:cSld name="CUSTOM_2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5991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6"/>
          <p:cNvSpPr txBox="1"/>
          <p:nvPr>
            <p:ph type="title"/>
          </p:nvPr>
        </p:nvSpPr>
        <p:spPr>
          <a:xfrm>
            <a:off x="1288200" y="2002350"/>
            <a:ext cx="65676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Lexend"/>
              <a:buNone/>
              <a:defRPr b="1" sz="3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urso Extra">
  <p:cSld name="CUSTOM_3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5193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7"/>
          <p:cNvSpPr txBox="1"/>
          <p:nvPr>
            <p:ph type="title"/>
          </p:nvPr>
        </p:nvSpPr>
        <p:spPr>
          <a:xfrm>
            <a:off x="1527900" y="2133750"/>
            <a:ext cx="60882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500"/>
              <a:buFont typeface="Lexend"/>
              <a:buNone/>
              <a:defRPr b="1" sz="2500">
                <a:solidFill>
                  <a:srgbClr val="666666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xmlns:r="http://schemas.openxmlformats.org/officeDocument/2006/relationships" name="LAB 365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