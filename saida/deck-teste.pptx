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5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1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71D81"/>
                </a:solidFill>
                <a:latin typeface="Arial"/>
              </a:rPr>
              <a:t>GRUPO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Arquitetura AWS com Kiro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Hands-on com spec, hooks e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Felipe Oliveira · SENAI LAB365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74519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O que vamos construir hoje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3697" y="219456"/>
            <a:ext cx="84966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71D81"/>
                </a:solidFill>
                <a:latin typeface="Arial"/>
              </a:rPr>
              <a:t>WORKSHOP KIRO E AGENTES NA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7" y="457200"/>
            <a:ext cx="84966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1D8E"/>
                </a:solidFill>
                <a:latin typeface="Arial"/>
              </a:rPr>
              <a:t>O DESAFIO DA MANHÃ</a:t>
            </a:r>
          </a:p>
        </p:txBody>
      </p:sp>
      <p:sp>
        <p:nvSpPr>
          <p:cNvPr id="4" name="Rectangle 3"/>
          <p:cNvSpPr/>
          <p:nvPr/>
        </p:nvSpPr>
        <p:spPr>
          <a:xfrm>
            <a:off x="323697" y="1051560"/>
            <a:ext cx="8496604" cy="27432"/>
          </a:xfrm>
          <a:prstGeom prst="rect">
            <a:avLst/>
          </a:prstGeom>
          <a:solidFill>
            <a:srgbClr val="0E1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697" y="1207008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1D8E"/>
                </a:solidFill>
                <a:latin typeface="Arial"/>
              </a:rPr>
              <a:t>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297" y="1143000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3A40"/>
                </a:solidFill>
                <a:latin typeface="Arial"/>
              </a:rPr>
              <a:t>Um pedido em português vira um diagrama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697" y="1627632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1D8E"/>
                </a:solidFill>
                <a:latin typeface="Arial"/>
              </a:rP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297" y="1563624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3A40"/>
                </a:solidFill>
                <a:latin typeface="Arial"/>
              </a:rPr>
              <a:t>Steering com guia visual da AWS em Markdown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697" y="2048255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1D8E"/>
                </a:solidFill>
                <a:latin typeface="Arial"/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297" y="1984248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3A40"/>
                </a:solidFill>
                <a:latin typeface="Arial"/>
              </a:rPr>
              <a:t>MCP de documentação oficial sem autenticação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697" y="2468879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1D8E"/>
                </a:solidFill>
                <a:latin typeface="Arial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" y="2404872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3A40"/>
                </a:solidFill>
                <a:latin typeface="Arial"/>
              </a:rPr>
              <a:t>Spec do validador com critérios de aceite 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" y="2889503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1D8E"/>
                </a:solidFill>
                <a:latin typeface="Arial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297" y="2825496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3A40"/>
                </a:solidFill>
                <a:latin typeface="Arial"/>
              </a:rPr>
              <a:t>Hooks que validam e renderizam ao salvar o YAML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697" y="3310127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1D8E"/>
                </a:solidFill>
                <a:latin typeface="Arial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" y="3246120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3A40"/>
                </a:solidFill>
                <a:latin typeface="Arial"/>
              </a:rPr>
              <a:t>Diagrama entregue como PNG com ícones oficiais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3697" y="219456"/>
            <a:ext cx="84966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71D81"/>
                </a:solidFill>
                <a:latin typeface="Arial"/>
              </a:rPr>
              <a:t>WORKSHOP KIRO E AGENTES NA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7" y="457200"/>
            <a:ext cx="84966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1D8E"/>
                </a:solidFill>
                <a:latin typeface="Arial"/>
              </a:rPr>
              <a:t>VIBE X SPEC</a:t>
            </a:r>
          </a:p>
        </p:txBody>
      </p:sp>
      <p:sp>
        <p:nvSpPr>
          <p:cNvPr id="4" name="Rectangle 3"/>
          <p:cNvSpPr/>
          <p:nvPr/>
        </p:nvSpPr>
        <p:spPr>
          <a:xfrm>
            <a:off x="323697" y="1051560"/>
            <a:ext cx="8496604" cy="27432"/>
          </a:xfrm>
          <a:prstGeom prst="rect">
            <a:avLst/>
          </a:prstGeom>
          <a:solidFill>
            <a:srgbClr val="0E1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3697" y="1143000"/>
            <a:ext cx="4023360" cy="36576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0857" y="128016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1D8E"/>
                </a:solidFill>
                <a:latin typeface="Arial"/>
              </a:rPr>
              <a:t>VIBE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857" y="178308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3A40"/>
                </a:solidFill>
                <a:latin typeface="Arial"/>
              </a:rPr>
              <a:t>• Começa com um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857" y="214884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3A40"/>
                </a:solidFill>
                <a:latin typeface="Arial"/>
              </a:rPr>
              <a:t>• Contexto só no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" y="251460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3A40"/>
                </a:solidFill>
                <a:latin typeface="Arial"/>
              </a:rPr>
              <a:t>• Revisão no fim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" y="28803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3A40"/>
                </a:solidFill>
                <a:latin typeface="Arial"/>
              </a:rPr>
              <a:t>• Serve para prototipar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1377" y="1143000"/>
            <a:ext cx="4023360" cy="3657600"/>
          </a:xfrm>
          <a:prstGeom prst="rect">
            <a:avLst/>
          </a:prstGeom>
          <a:solidFill>
            <a:srgbClr val="FB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8537" y="128016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1D8E"/>
                </a:solidFill>
                <a:latin typeface="Arial"/>
              </a:rPr>
              <a:t>SPEC-DRIVEN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8537" y="178308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3A40"/>
                </a:solidFill>
                <a:latin typeface="Arial"/>
              </a:rPr>
              <a:t>• Começa com requisitos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8537" y="214884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3A40"/>
                </a:solidFill>
                <a:latin typeface="Arial"/>
              </a:rPr>
              <a:t>• Steering e spec no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8537" y="251460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3A40"/>
                </a:solidFill>
                <a:latin typeface="Arial"/>
              </a:rPr>
              <a:t>• Revisão em cada fase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8537" y="28803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3A40"/>
                </a:solidFill>
                <a:latin typeface="Arial"/>
              </a:rPr>
              <a:t>• Serve para código duradouro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2777" y="25603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A3A40"/>
                </a:solidFill>
                <a:latin typeface="Arial"/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697" y="4480560"/>
            <a:ext cx="84966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A3A40"/>
                </a:solidFill>
                <a:latin typeface="Arial"/>
              </a:rPr>
              <a:t>Mesma IA, processo diferente — o que muda é quando o humano revisa.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3697" y="219456"/>
            <a:ext cx="84966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71D81"/>
                </a:solidFill>
                <a:latin typeface="Arial"/>
              </a:rPr>
              <a:t>WORKSHOP KIRO E AGENTES NA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7" y="457200"/>
            <a:ext cx="84966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1D8E"/>
                </a:solidFill>
                <a:latin typeface="Arial"/>
              </a:rPr>
              <a:t>ARQUITETURA DO CASO</a:t>
            </a:r>
          </a:p>
        </p:txBody>
      </p:sp>
      <p:sp>
        <p:nvSpPr>
          <p:cNvPr id="4" name="Rectangle 3"/>
          <p:cNvSpPr/>
          <p:nvPr/>
        </p:nvSpPr>
        <p:spPr>
          <a:xfrm>
            <a:off x="323697" y="1051560"/>
            <a:ext cx="8496604" cy="27432"/>
          </a:xfrm>
          <a:prstGeom prst="rect">
            <a:avLst/>
          </a:prstGeom>
          <a:solidFill>
            <a:srgbClr val="0E1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3697" y="1188720"/>
            <a:ext cx="8496604" cy="3657600"/>
          </a:xfrm>
          <a:prstGeom prst="rect">
            <a:avLst/>
          </a:prstGeom>
          <a:solidFill>
            <a:srgbClr val="F2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3697" y="2743200"/>
            <a:ext cx="84966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37474"/>
                </a:solidFill>
                <a:latin typeface="Arial"/>
              </a:rPr>
              <a:t>[ imagem não encontrada: saida/apostilas-diagrama.png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5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1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→  Acesse o repositório do grupo no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9475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→  Continue no AWS Academy: Generative AI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79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→  Defenda o plano no tribunal às 16h10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